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1219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DIGITAL STUDENT VOTING SYSTEM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0" y="3200400"/>
            <a:ext cx="1219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8FAFC"/>
                </a:solidFill>
              </a:rPr>
              <a:t>A Modern MERN-Stack Election Platform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4754880"/>
            <a:ext cx="1219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Presented by: ASLAM (2301112345)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Guided by: MS. REMITHA N V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366F1"/>
                </a:solidFill>
              </a:rPr>
              <a:t>THE CHALLENGE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55F7"/>
                </a:solidFill>
              </a:rPr>
              <a:t>• Traditional Voting Issues</a:t>
            </a:r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  - Long physical queues and high administrative cost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  - Paper waste and manual counting errors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  - Potential for vote duplication and fraud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2000" b="1" dirty="0">
                <a:solidFill>
                  <a:srgbClr val="6366F1"/>
                </a:solidFill>
              </a:rPr>
              <a:t>• Our Solution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  - Modern web-based portal with instant results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  - Zero physical infrastructure requirements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  - End-to-end encryption for tamper-proof counting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366F1"/>
                </a:solidFill>
              </a:rPr>
              <a:t>PROJECT OBJECTIVES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09728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8686800"/>
              </a:tblGrid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6366F1"/>
                          </a:solidFill>
                        </a:rPr>
                        <a:t>SECURITY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36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36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36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36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Ensuring one-student-one-vote through atomic database operations.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36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36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36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36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A855F7"/>
                          </a:solidFill>
                        </a:rPr>
                        <a:t>USABILITY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36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36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36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36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Modern, intuitive UI using glassmorphism and smooth animations.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36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36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36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36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6366F1"/>
                          </a:solidFill>
                        </a:rPr>
                        <a:t>TRANSPARENCY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36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36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36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36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Live visualization of results for administrators.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36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36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36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36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A855F7"/>
                          </a:solidFill>
                        </a:rPr>
                        <a:t>EFFICIENCY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36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36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36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36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Automated calculations with zero manual overhead.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36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36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36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36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65760"/>
            <a:ext cx="1219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366F1"/>
                </a:solidFill>
              </a:rPr>
              <a:t>TECHNOLOGY STACK (MERN)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657600" cy="3657600"/>
          </a:xfrm>
          <a:prstGeom prst="rect">
            <a:avLst/>
          </a:prstGeom>
          <a:solidFill>
            <a:srgbClr val="F1F5F9"/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554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855F7"/>
                </a:solidFill>
              </a:rPr>
              <a:t>FRONTEND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React.js, Vite,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Framer Motion,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Axios, Lucide React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51960" y="1371600"/>
            <a:ext cx="3657600" cy="3657600"/>
          </a:xfrm>
          <a:prstGeom prst="rect">
            <a:avLst/>
          </a:prstGeom>
          <a:solidFill>
            <a:srgbClr val="F1F5F9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51960" y="1554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366F1"/>
                </a:solidFill>
              </a:rPr>
              <a:t>BACKEND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251960" y="22860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Node.js, Express,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Mongoose ODM,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Bcrypt, JWT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046720" y="1371600"/>
            <a:ext cx="3657600" cy="3657600"/>
          </a:xfrm>
          <a:prstGeom prst="rect">
            <a:avLst/>
          </a:prstGeom>
          <a:solidFill>
            <a:srgbClr val="F1F5F9"/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554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855F7"/>
                </a:solidFill>
              </a:rPr>
              <a:t>DATABASE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046720" y="22860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MongoDB Atlas,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Cloud Document Storage,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NoSQL Architecture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366F1"/>
                </a:solidFill>
              </a:rPr>
              <a:t>SECURE ACCESS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Custom email validation for student authentication.</a:t>
            </a:r>
            <a:endParaRPr lang="en-US" sz="1400" dirty="0"/>
          </a:p>
        </p:txBody>
      </p:sp>
      <p:pic>
        <p:nvPicPr>
          <p:cNvPr id="4" name="Image 0" descr="/home/aslam/Pictures/minor project/presentation_assets/1_login_page_177442990365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1124712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366F1"/>
                </a:solidFill>
              </a:rPr>
              <a:t>VOTER ONBOARDING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Registration portal for first-time student users.</a:t>
            </a:r>
            <a:endParaRPr lang="en-US" sz="1400" dirty="0"/>
          </a:p>
        </p:txBody>
      </p:sp>
      <p:pic>
        <p:nvPicPr>
          <p:cNvPr id="4" name="Image 0" descr="/home/aslam/Pictures/minor project/presentation_assets/2_register_page_177442993949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1124712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366F1"/>
                </a:solidFill>
              </a:rPr>
              <a:t>VOTER DASHBOARD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Unified interface for monitoring active elections.</a:t>
            </a:r>
            <a:endParaRPr lang="en-US" sz="1400" dirty="0"/>
          </a:p>
        </p:txBody>
      </p:sp>
      <p:pic>
        <p:nvPicPr>
          <p:cNvPr id="4" name="Image 0" descr="/home/aslam/Pictures/minor project/presentation_assets/3_student_dashboard_retry_177443006507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1124712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366F1"/>
                </a:solidFill>
              </a:rPr>
              <a:t>CANDIDATE INSIGHTS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Detailed profiles and campaign bios.</a:t>
            </a:r>
            <a:endParaRPr lang="en-US" sz="1400" dirty="0"/>
          </a:p>
        </p:txBody>
      </p:sp>
      <p:pic>
        <p:nvPicPr>
          <p:cNvPr id="4" name="Image 0" descr="/home/aslam/Pictures/minor project/presentation_assets/4_candidate_modal_177443013068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1124712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366F1"/>
                </a:solidFill>
              </a:rPr>
              <a:t>THE VOTING PROCESS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Multi-step confirmation to eliminate errors.</a:t>
            </a:r>
            <a:endParaRPr lang="en-US" sz="1400" dirty="0"/>
          </a:p>
        </p:txBody>
      </p:sp>
      <p:pic>
        <p:nvPicPr>
          <p:cNvPr id="4" name="Image 0" descr="/home/aslam/Pictures/minor project/presentation_assets/5_vote_confirmation_177443019695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1124712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366F1"/>
                </a:solidFill>
              </a:rPr>
              <a:t>VOTE CONFIRMATION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Instant feedback upon successful vote casting.</a:t>
            </a:r>
            <a:endParaRPr lang="en-US" sz="1400" dirty="0"/>
          </a:p>
        </p:txBody>
      </p:sp>
      <p:pic>
        <p:nvPicPr>
          <p:cNvPr id="4" name="Image 0" descr="/home/aslam/Pictures/minor project/presentation_assets/6_success_view_17744304533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1124712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366F1"/>
                </a:solidFill>
              </a:rPr>
              <a:t>ADMIN ANALYTICS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Real-time results dashboard and visualization.</a:t>
            </a:r>
            <a:endParaRPr lang="en-US" sz="1400" dirty="0"/>
          </a:p>
        </p:txBody>
      </p:sp>
      <p:pic>
        <p:nvPicPr>
          <p:cNvPr id="4" name="Image 0" descr="/home/aslam/Pictures/minor project/presentation_assets/7_admin_dashboard_results_177443059536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1124712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366F1"/>
                </a:solidFill>
              </a:rPr>
              <a:t>FUTURE HORIZONS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55F7"/>
                </a:solidFill>
              </a:rPr>
              <a:t>• Blockchain Integration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Ensuring immutable audit trails for every vote.
</a:t>
            </a:r>
            <a:pPr indent="0" marL="0">
              <a:buNone/>
            </a:pPr>
            <a:r>
              <a:rPr lang="en-US" sz="2200" b="1" dirty="0">
                <a:solidFill>
                  <a:srgbClr val="6366F1"/>
                </a:solidFill>
              </a:rPr>
              <a:t>• Biometric Authentication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Adding face/fingerprint recognition for identity proof.
</a:t>
            </a:r>
            <a:pPr indent="0" marL="0">
              <a:buNone/>
            </a:pPr>
            <a:r>
              <a:rPr lang="en-US" sz="2200" b="1" dirty="0">
                <a:solidFill>
                  <a:srgbClr val="A855F7"/>
                </a:solidFill>
              </a:rPr>
              <a:t>• Mobile App Release</a:t>
            </a:r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Native mobile support for seamless voting on-the-go.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0"/>
            <a:ext cx="1219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6366F1"/>
                </a:solidFill>
              </a:rPr>
              <a:t>THANK YOU!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0" y="384048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8FAFC"/>
                </a:solidFill>
              </a:rPr>
              <a:t>Questions &amp; Discussion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Digital Student Voting System</dc:title>
  <dc:subject>PptxGenJS Presentation</dc:subject>
  <dc:creator>PptxGenJS</dc:creator>
  <cp:lastModifiedBy>PptxGenJS</cp:lastModifiedBy>
  <cp:revision>1</cp:revision>
  <dcterms:created xsi:type="dcterms:W3CDTF">2026-03-25T09:56:35Z</dcterms:created>
  <dcterms:modified xsi:type="dcterms:W3CDTF">2026-03-25T09:56:35Z</dcterms:modified>
</cp:coreProperties>
</file>